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CADE"/>
    <a:srgbClr val="D8EAF4"/>
    <a:srgbClr val="E1F0F7"/>
    <a:srgbClr val="F1F1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80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2026-08-05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C7D8B5-EFB1-4F2F-9A25-50B1B3BD8E24}"/>
              </a:ext>
            </a:extLst>
          </p:cNvPr>
          <p:cNvSpPr/>
          <p:nvPr/>
        </p:nvSpPr>
        <p:spPr>
          <a:xfrm>
            <a:off x="14986000" y="8686800"/>
            <a:ext cx="1270000" cy="419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B7E09F-42FC-49E2-96C2-27486D12F92D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F1F1EF"/>
          </a:solidFill>
          <a:ln>
            <a:solidFill>
              <a:srgbClr val="F1F1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8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8B8888-6639-4E29-9AAE-038AD919D3B6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F1F1EF"/>
          </a:solidFill>
          <a:ln>
            <a:solidFill>
              <a:srgbClr val="F1F1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05A661-4C92-4411-A27F-C9709E5525CF}"/>
              </a:ext>
            </a:extLst>
          </p:cNvPr>
          <p:cNvSpPr/>
          <p:nvPr/>
        </p:nvSpPr>
        <p:spPr>
          <a:xfrm>
            <a:off x="14986000" y="8686800"/>
            <a:ext cx="1270000" cy="419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8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FD76FB-F9B6-4A59-A2F7-EA6FE6C9F209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F1F1EF"/>
          </a:solidFill>
          <a:ln>
            <a:solidFill>
              <a:srgbClr val="F1F1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292131-3575-44E2-8596-A5DAD024B4C0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8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888ED5-2904-4D3D-A90C-ADF1868113F7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8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8DB409-AF1F-4899-A991-4D8DDD3EB76E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8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EB82A8-7BDC-4F02-9285-7B069E466BD5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DC5BAD-55C5-4C58-A7C2-2C2B4DE6BE59}"/>
              </a:ext>
            </a:extLst>
          </p:cNvPr>
          <p:cNvSpPr/>
          <p:nvPr/>
        </p:nvSpPr>
        <p:spPr>
          <a:xfrm>
            <a:off x="14986000" y="8726556"/>
            <a:ext cx="1270000" cy="419100"/>
          </a:xfrm>
          <a:prstGeom prst="rect">
            <a:avLst/>
          </a:prstGeom>
          <a:solidFill>
            <a:srgbClr val="D8EAF4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AAD0B7-5C36-4665-947F-D52D739D6CB5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F1DF2D-BEF3-4E9D-A6FD-ACB28FF4A55B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3AE1DB-8509-4D07-94B8-AB628B032687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E1F0F7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0D9A2C-162B-4839-B7FD-9CFDCDCED2F8}"/>
              </a:ext>
            </a:extLst>
          </p:cNvPr>
          <p:cNvSpPr/>
          <p:nvPr/>
        </p:nvSpPr>
        <p:spPr>
          <a:xfrm>
            <a:off x="14986000" y="8700052"/>
            <a:ext cx="1270000" cy="419100"/>
          </a:xfrm>
          <a:prstGeom prst="rect">
            <a:avLst/>
          </a:prstGeom>
          <a:solidFill>
            <a:srgbClr val="AECADE"/>
          </a:solidFill>
          <a:ln>
            <a:solidFill>
              <a:srgbClr val="E1F0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Bandula Ranathunga</cp:lastModifiedBy>
  <cp:revision>2</cp:revision>
  <dcterms:created xsi:type="dcterms:W3CDTF">2006-08-16T00:00:00Z</dcterms:created>
  <dcterms:modified xsi:type="dcterms:W3CDTF">2026-08-04T19:31:16Z</dcterms:modified>
</cp:coreProperties>
</file>